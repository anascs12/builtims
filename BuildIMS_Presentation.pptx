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CCCCC"/>
                </a:solidFill>
                <a:latin typeface="Arial"/>
              </a:defRPr>
            </a:pPr>
            <a:r>
              <a:rPr lang="it-IT" sz="1100" b="0" i="0" u="none" strike="noStrike">
                <a:solidFill>
                  <a:srgbClr val="CCCCCC"/>
                </a:solidFill>
                <a:latin typeface="Arial"/>
              </a:rPr>
              <a:t>Training Loss Curve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 cap="flat">
              <a:solidFill>
                <a:srgbClr val="FF4D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4D00"/>
              </a:solidFill>
              <a:ln w="9525" cap="flat">
                <a:solidFill>
                  <a:srgbClr val="FF4D0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Step 50</c:v>
                </c:pt>
                <c:pt idx="1">
                  <c:v>Step 100</c:v>
                </c:pt>
                <c:pt idx="2">
                  <c:v>Step 150</c:v>
                </c:pt>
                <c:pt idx="3">
                  <c:v>Step 200</c:v>
                </c:pt>
                <c:pt idx="4">
                  <c:v>Step 250</c:v>
                </c:pt>
                <c:pt idx="5">
                  <c:v>Step 300</c:v>
                </c:pt>
                <c:pt idx="6">
                  <c:v>Step 350</c:v>
                </c:pt>
                <c:pt idx="7">
                  <c:v>Step 400</c:v>
                </c:pt>
                <c:pt idx="8">
                  <c:v>Step 450</c:v>
                </c:pt>
                <c:pt idx="9">
                  <c:v>Step 500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3.0179999999999998</c:v>
                </c:pt>
                <c:pt idx="1">
                  <c:v>2.3740000000000001</c:v>
                </c:pt>
                <c:pt idx="2">
                  <c:v>2.1880000000000002</c:v>
                </c:pt>
                <c:pt idx="3">
                  <c:v>2.0150000000000001</c:v>
                </c:pt>
                <c:pt idx="4">
                  <c:v>1.9350000000000001</c:v>
                </c:pt>
                <c:pt idx="5">
                  <c:v>1.581</c:v>
                </c:pt>
                <c:pt idx="6">
                  <c:v>1.6279999999999999</c:v>
                </c:pt>
                <c:pt idx="7">
                  <c:v>1.5089999999999999</c:v>
                </c:pt>
                <c:pt idx="8">
                  <c:v>1.3320000000000001</c:v>
                </c:pt>
                <c:pt idx="9">
                  <c:v>1.351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8C8-4C64-BDE6-65E346A333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2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155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76672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24144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71616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9088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4032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61504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08976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6448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51392" y="2743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76672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24144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4032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1504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08976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6448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51392" y="109728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76672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24144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19088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14032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61504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08976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56448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51392" y="192024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76672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24144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9088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14032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61504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808976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56448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0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851392" y="274320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029200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76672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24144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71616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19088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14032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61504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56448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03920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851392" y="356616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0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76672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24144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71616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19088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66560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14032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61504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08976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56448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503920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51392" y="4389120"/>
            <a:ext cx="36576" cy="36576"/>
          </a:xfrm>
          <a:prstGeom prst="ellipse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10972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r>
              <a:rPr lang="en-US" sz="64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IMS</a:t>
            </a:r>
            <a:endParaRPr lang="en-US" sz="6400" dirty="0"/>
          </a:p>
        </p:txBody>
      </p:sp>
      <p:sp>
        <p:nvSpPr>
          <p:cNvPr id="76" name="Text 74"/>
          <p:cNvSpPr/>
          <p:nvPr/>
        </p:nvSpPr>
        <p:spPr>
          <a:xfrm>
            <a:off x="457200" y="21488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Developer Platform</a:t>
            </a:r>
            <a:endParaRPr lang="en-US" sz="1800" dirty="0"/>
          </a:p>
        </p:txBody>
      </p:sp>
      <p:sp>
        <p:nvSpPr>
          <p:cNvPr id="77" name="Text 75"/>
          <p:cNvSpPr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Management Sciences, Peshawar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57200" y="3108960"/>
            <a:ext cx="2286000" cy="2286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Anas Khan, Muneeba Saleem, Umar Qasim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7132320" y="1005840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132320" y="10058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32320" y="1600200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7132320" y="1600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7132320" y="2194560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7132320" y="2194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7132320" y="2788920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713232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132320" y="3383280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>
            <a:off x="7132320" y="33832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DistilGPT-2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132320" y="3977640"/>
            <a:ext cx="164592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7132320" y="3977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IMSciences produces 100s of IT graduates every year. Most are technically competent. Most struggle to get jobs.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420624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45920"/>
            <a:ext cx="64008" cy="128016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373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084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3957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 good things nobody ever sees. Semester projects are submitted, graded, and forgotten.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420624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645920"/>
            <a:ext cx="64008" cy="128016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7373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19472" y="20848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239572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syllabus, students don't know what to learn. No path from today's class to tomorrow's career.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20624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108960"/>
            <a:ext cx="64008" cy="128016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Competitive Environment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" y="3858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pressure, no accountability, no leaderboard. Average effort feels comfortable when nothing pushes back.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20624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108960"/>
            <a:ext cx="64008" cy="128016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19472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of 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3858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are poor signals. Employers want evidence of what you've built — students have nothing to show.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005840"/>
          </a:xfrm>
          <a:prstGeom prst="rect">
            <a:avLst/>
          </a:prstGeom>
          <a:solidFill>
            <a:srgbClr val="0F0F0F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7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"Build daily. Make it visible. Make it competitive. Make it verifiable."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148840"/>
            <a:ext cx="2788920" cy="1143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58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Showcase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900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+ faculty voting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2148840"/>
            <a:ext cx="2788920" cy="1143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01568" y="2258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01568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9900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ML-generated, streak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08776" y="2148840"/>
            <a:ext cx="2788920" cy="1143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45936" y="225856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45936" y="2697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45936" y="29900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competitive dimensions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474720"/>
            <a:ext cx="2788920" cy="1143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Garage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15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21-day public commitment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3474720"/>
            <a:ext cx="2788920" cy="1143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01568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⚔️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401568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Showdowns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01568" y="4315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hackathons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08776" y="3474720"/>
            <a:ext cx="2788920" cy="114300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45936" y="35844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45936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 Radar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45936" y="4315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market data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463040" cy="47548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960120"/>
            <a:ext cx="6858000" cy="47548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96012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+ Framer Motion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18488"/>
            <a:ext cx="1463040" cy="475488"/>
          </a:xfrm>
          <a:prstGeom prst="rect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618488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40" y="1618488"/>
            <a:ext cx="6858000" cy="47548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61848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+ REST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76856"/>
            <a:ext cx="1463040" cy="475488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76856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2276856"/>
            <a:ext cx="6858000" cy="47548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227685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Redis (Memurai)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935224"/>
            <a:ext cx="1463040" cy="475488"/>
          </a:xfrm>
          <a:prstGeom prst="rect">
            <a:avLst/>
          </a:prstGeom>
          <a:solidFill>
            <a:srgbClr val="C084FC">
              <a:alpha val="2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35224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2935224"/>
            <a:ext cx="6858000" cy="47548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57400" y="293522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WebSockets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593592"/>
            <a:ext cx="1463040" cy="475488"/>
          </a:xfrm>
          <a:prstGeom prst="rect">
            <a:avLst/>
          </a:prstGeom>
          <a:solidFill>
            <a:srgbClr val="FF7340">
              <a:alpha val="20000"/>
            </a:srgbClr>
          </a:solidFill>
          <a:ln w="12700">
            <a:solidFill>
              <a:srgbClr val="FF7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9359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3593592"/>
            <a:ext cx="6858000" cy="47548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359359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DistilGPT-2 fine-tuned on 1,408 LeetCode problems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251960"/>
            <a:ext cx="1463040" cy="475488"/>
          </a:xfrm>
          <a:prstGeom prst="rect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51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920240" y="4251960"/>
            <a:ext cx="6858000" cy="47548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425196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SendGrid — transactional + weekly digest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locally · ngrok for sharing · Railway-ready for cloud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Project Showcase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435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votes 3×. Winners featured. Every project archived permanently.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2062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64008" cy="1188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Daily Challenges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43560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ML-generated challenges. Streak badges: Bronze 7d / Silver 30d / Gold 100d.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86000"/>
            <a:ext cx="42062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86000"/>
            <a:ext cx="64008" cy="1188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Idea Garage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27614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21-day countdown. Ship or get "abandoned idea" permanently on profile.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2062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64008" cy="11887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Semester Showdowns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76148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48-hour hackathons with live countdown. Winner gets Showdown Champion badge.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42062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11880"/>
            <a:ext cx="64008" cy="1188720"/>
          </a:xfrm>
          <a:prstGeom prst="rect">
            <a:avLst/>
          </a:prstGeom>
          <a:solidFill>
            <a:srgbClr val="FF7340"/>
          </a:solidFill>
          <a:ln w="12700">
            <a:solidFill>
              <a:srgbClr val="FF73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Skills Gap Radar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40873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job scraping. Shows gap between what you know and what market wants.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20624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64008" cy="11887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7033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Admin Panel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40873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Moderation, challenge creation, user management, weekly digest dispatch.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Challenge Generator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57200" cy="4572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960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1,408 LeetCode problems — cleaned from Kaggle CSV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5780" y="1417320"/>
            <a:ext cx="36576" cy="31089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728216"/>
            <a:ext cx="457200" cy="4572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7282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17282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DistilGPT-2 fine-tuned on Google Colab free T4 GPU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" y="2185416"/>
            <a:ext cx="36576" cy="31089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96312"/>
            <a:ext cx="457200" cy="4572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963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77440" y="24963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3.018 → 1.351 across 4 epochs, 1,013 blocks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5780" y="2953512"/>
            <a:ext cx="36576" cy="31089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264408"/>
            <a:ext cx="457200" cy="4572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32644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32644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Hub + local Flask API on port 5001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5780" y="3721608"/>
            <a:ext cx="36576" cy="310896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4032504"/>
            <a:ext cx="457200" cy="4572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40325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77440" y="403250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cron runs Mon–Fri 8:50 AM PKT automatically</a:t>
            </a:r>
            <a:endParaRPr lang="en-US" sz="11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6217920" y="914400"/>
          <a:ext cx="26517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hosted on HuggingFace: anascs12/buildims-challenge-generator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Automation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BuildIMS runs itself. Zero manual intervention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1920240" cy="384048"/>
          </a:xfrm>
          <a:prstGeom prst="rect">
            <a:avLst/>
          </a:prstGeom>
          <a:solidFill>
            <a:srgbClr val="FF4D00">
              <a:alpha val="20000"/>
            </a:srgbClr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89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08:50 AM  Mon–Fri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40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Challenge Generator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3898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DistilGPT-2 generates fresh challenge, saves to DB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1920240" cy="38404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842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12:01 AM  Daily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1984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Reset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984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streaks for students who missed yesterday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1920240" cy="384048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786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12:05 AM  Daily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2578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Expiry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578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expired ideas as "abandoned" on profile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72968"/>
            <a:ext cx="1920240" cy="384048"/>
          </a:xfrm>
          <a:prstGeom prst="rect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72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3172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Showdown Status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31729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active → judging → closed automatically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1920240" cy="384048"/>
          </a:xfrm>
          <a:prstGeom prst="rect">
            <a:avLst/>
          </a:prstGeom>
          <a:solidFill>
            <a:srgbClr val="C084FC">
              <a:alpha val="2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7673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 PM  Sunday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77440" y="37673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Digest Email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7673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stats email to all subscribed students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361688"/>
            <a:ext cx="1920240" cy="384048"/>
          </a:xfrm>
          <a:prstGeom prst="rect">
            <a:avLst/>
          </a:prstGeom>
          <a:solidFill>
            <a:srgbClr val="F87171">
              <a:alpha val="20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3616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 AM  Sunday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77440" y="4361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 Scraper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43616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JSearch API scrapes Pakistan job postings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Psychology of Engagement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411480"/>
          </a:xfrm>
          <a:prstGeom prst="rect">
            <a:avLst/>
          </a:prstGeom>
          <a:solidFill>
            <a:srgbClr val="FF4D00">
              <a:alpha val="20000"/>
            </a:srgbClr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011680" cy="411480"/>
          </a:xfrm>
          <a:prstGeom prst="rect">
            <a:avLst/>
          </a:prstGeom>
          <a:solidFill>
            <a:srgbClr val="FF7340">
              <a:alpha val="20000"/>
            </a:srgbClr>
          </a:solidFill>
          <a:ln w="12700">
            <a:solidFill>
              <a:srgbClr val="FF7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2011680" cy="411480"/>
          </a:xfrm>
          <a:prstGeom prst="rect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194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2788920"/>
            <a:ext cx="2011680" cy="411480"/>
          </a:xfrm>
          <a:prstGeom prst="rect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88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2011680" cy="411480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383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2011680" cy="411480"/>
          </a:xfrm>
          <a:prstGeom prst="rect">
            <a:avLst/>
          </a:prstGeom>
          <a:solidFill>
            <a:srgbClr val="4ADE80">
              <a:alpha val="2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0" y="960120"/>
            <a:ext cx="6126480" cy="8412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880360" y="103327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"143 students completed today's challenge. You haven't."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80360" y="14173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discomfort is designed. It is the engine of the platform.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0" y="1965960"/>
            <a:ext cx="6126480" cy="8412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880360" y="203911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Idea shows permanently on your public profile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80360" y="2423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can see it. Classmates can see it. That's the point.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0" y="2971800"/>
            <a:ext cx="6126480" cy="8412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880360" y="30449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written by the system, not by the student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34290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self-declare skills. Every bar is earned from verified actions.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0" y="3977640"/>
            <a:ext cx="6126480" cy="841248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254000" dist="508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880360" y="405079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Showdown Champion badge — rare, difficult, respected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4434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and status cosmetics drive engagement more than grades ever will.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57200" cy="77724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33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+ Verify Email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localhost:3000/register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60120"/>
            <a:ext cx="457200" cy="77724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9601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1033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Activity Feed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920240"/>
            <a:ext cx="420624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920240"/>
            <a:ext cx="457200" cy="77724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920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1993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Project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localhost:3000/showcase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420624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920240"/>
            <a:ext cx="457200" cy="77724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202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1993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ML Challenge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331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localhost:3000/challenges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420624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2880360"/>
            <a:ext cx="457200" cy="77724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880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Auto-Generate (Admin)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localhost:3000/admin → Challenges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420624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880360"/>
            <a:ext cx="457200" cy="77724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8803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49240" y="2953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an Idea (21-day clock)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localhost:3000/ideas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840480"/>
            <a:ext cx="420624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3840480"/>
            <a:ext cx="457200" cy="77724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840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" y="3913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Showdown Countdown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localhost:3000/showdowns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206240" cy="77724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3840480"/>
            <a:ext cx="457200" cy="777240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8404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49240" y="3913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 Radar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4251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7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localhost:3000/radar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4D00"/>
          </a:solidFill>
          <a:ln w="12700">
            <a:solidFill>
              <a:srgbClr val="FF4D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0664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0" y="4572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2024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1752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5528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10515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7160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2024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6888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1752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616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1480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1208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6072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936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5800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0664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528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03920" y="16459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432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37160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46888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1752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6616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1480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6344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1208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0936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85800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0664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5528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03920" y="224028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7432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296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7160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6888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1752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6616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1480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66344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1208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6072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30936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85800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40664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5528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503920" y="283464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432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2296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37160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92024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6888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1752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56616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1480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6344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21208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76072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0936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85800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740664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5528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503920" y="342900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7432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2296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37160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92024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6888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01752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6616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11480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66344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21208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76072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30936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85800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40664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95528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503920" y="402336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432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2296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37160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92024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46888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01752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56616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1480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344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21208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76072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30936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85800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40664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95528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503920" y="4617720"/>
            <a:ext cx="36576" cy="36576"/>
          </a:xfrm>
          <a:prstGeom prst="ellipse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14400" y="1005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r>
              <a:rPr lang="en-US" sz="72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IMS</a:t>
            </a:r>
            <a:endParaRPr lang="en-US" sz="7200" dirty="0"/>
          </a:p>
        </p:txBody>
      </p:sp>
      <p:sp>
        <p:nvSpPr>
          <p:cNvPr id="132" name="Text 130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IMSciences students build in public,</a:t>
            </a:r>
            <a:endParaRPr lang="en-US" sz="1600" dirty="0"/>
          </a:p>
        </p:txBody>
      </p:sp>
      <p:sp>
        <p:nvSpPr>
          <p:cNvPr id="133" name="Text 131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with peers, and graduate with proof.</a:t>
            </a:r>
            <a:endParaRPr lang="en-US" sz="1600" dirty="0"/>
          </a:p>
        </p:txBody>
      </p:sp>
      <p:sp>
        <p:nvSpPr>
          <p:cNvPr id="134" name="Shape 132"/>
          <p:cNvSpPr/>
          <p:nvPr/>
        </p:nvSpPr>
        <p:spPr>
          <a:xfrm>
            <a:off x="731520" y="3108960"/>
            <a:ext cx="1737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31520" y="31272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11+</a:t>
            </a:r>
            <a:endParaRPr lang="en-US" sz="2600" dirty="0"/>
          </a:p>
        </p:txBody>
      </p:sp>
      <p:sp>
        <p:nvSpPr>
          <p:cNvPr id="136" name="Text 134"/>
          <p:cNvSpPr/>
          <p:nvPr/>
        </p:nvSpPr>
        <p:spPr>
          <a:xfrm>
            <a:off x="731520" y="3493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Registered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2743200" y="3108960"/>
            <a:ext cx="1737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743200" y="31272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600" dirty="0"/>
          </a:p>
        </p:txBody>
      </p:sp>
      <p:sp>
        <p:nvSpPr>
          <p:cNvPr id="139" name="Text 137"/>
          <p:cNvSpPr/>
          <p:nvPr/>
        </p:nvSpPr>
        <p:spPr>
          <a:xfrm>
            <a:off x="2743200" y="3493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4754880" y="3108960"/>
            <a:ext cx="1737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754880" y="31272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142" name="Text 140"/>
          <p:cNvSpPr/>
          <p:nvPr/>
        </p:nvSpPr>
        <p:spPr>
          <a:xfrm>
            <a:off x="4754880" y="3493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Running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766560" y="3108960"/>
            <a:ext cx="1737360" cy="82296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766560" y="31272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4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145" name="Text 143"/>
          <p:cNvSpPr/>
          <p:nvPr/>
        </p:nvSpPr>
        <p:spPr>
          <a:xfrm>
            <a:off x="6766560" y="3493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Trained</a:t>
            </a:r>
            <a:endParaRPr lang="en-US" sz="900" dirty="0"/>
          </a:p>
        </p:txBody>
      </p:sp>
      <p:sp>
        <p:nvSpPr>
          <p:cNvPr id="146" name="Text 144"/>
          <p:cNvSpPr/>
          <p:nvPr/>
        </p:nvSpPr>
        <p:spPr>
          <a:xfrm>
            <a:off x="914400" y="4800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Anas Khan  ·  IMSciences Peshawar  ·  anaskhanbjr84@gmail.com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762</Words>
  <Application>Microsoft Office PowerPoint</Application>
  <PresentationFormat>On-screen Show (16:9)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BuildIMS — Student Developer Platform</dc:title>
  <dc:subject>PptxGenJS Presentation</dc:subject>
  <dc:creator>Anas Khan</dc:creator>
  <cp:lastModifiedBy>anas khan</cp:lastModifiedBy>
  <cp:revision>3</cp:revision>
  <dcterms:created xsi:type="dcterms:W3CDTF">2026-05-29T10:28:00Z</dcterms:created>
  <dcterms:modified xsi:type="dcterms:W3CDTF">2026-06-01T02:47:54Z</dcterms:modified>
</cp:coreProperties>
</file>